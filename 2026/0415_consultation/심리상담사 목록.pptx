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봉구" id="{E807F8F3-0950-405C-81D9-27B58D81BEB5}">
          <p14:sldIdLst>
            <p14:sldId id="256"/>
          </p14:sldIdLst>
        </p14:section>
        <p14:section name="강북구" id="{F1DBAE42-90F8-40DF-86C9-59323C801FCE}">
          <p14:sldIdLst>
            <p14:sldId id="257"/>
          </p14:sldIdLst>
        </p14:section>
        <p14:section name="노원구" id="{0A817A68-21D2-42A3-9753-2DB60E1A70CC}">
          <p14:sldIdLst>
            <p14:sldId id="258"/>
          </p14:sldIdLst>
        </p14:section>
        <p14:section name="중구" id="{6B1BEFA8-9AAB-4E84-B342-70C92C2F693E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9B4B2-90F3-12DB-1DC5-CA95D463A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B0EF47-1811-A955-856B-9D9E74E4E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106A6-5F21-307E-E093-BCBCB459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58963-0049-95C8-6E96-D79C3940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1CC7FB-1C22-E71E-7827-D503D8E8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44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BA0BA-A3F5-7A3C-8148-4DB81516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E1CDB7-B360-A555-CE02-59F48A7FC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BB0A46-84AA-9E39-25BD-72D157EC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E619D-E2CE-7B9A-15AE-F1043C2B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1238F2-9C26-008D-E15E-54FAEA14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C1008-15B3-DB40-618C-CBE84F82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09CFB5-E18C-FBD3-D448-54637FBEE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8F054B-39BE-9EA1-ED3C-CEE946F7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9269A0-8C85-EA6D-6E35-8EF5FF74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43B6D-3ADA-FF6B-7FBD-73FCBF78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29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34519-BC3B-ECBC-E187-589EBF22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FC305E-A765-E8ED-2BFF-E3D90BEE0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F5EA6C-AEEC-8EBE-E1F6-B8E587A91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C08618-8E2B-C518-D626-ABE2A1CF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C9524A-6066-7794-AA59-6CECF176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6143F7-946A-F44F-4723-71CFBEA9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30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F5E84-CF24-BE2B-D9AD-A7126DC0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550EBC-F921-4AD1-32F3-0DA0A7141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AA8BF2-33A5-3A1C-80D3-1BE33146A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FA11A8-4661-E287-E4F7-688A0FB61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826EF2-1AD3-7B27-9D20-21370BDA7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D1F6C1-2E72-3D49-068C-BD92A1B2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6A0204-9296-8E24-0DD0-EAC68F2A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AED9AC-D99B-18ED-4811-FB4BF3DB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84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618DA-DD21-257B-5789-78F5E07E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F628DC-11AB-EEA9-E8BB-EADBB75C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33156E-7156-395E-5E15-C6EBF5D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7B18E0-4425-FE95-AA5F-61EEBFB8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40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1D1DE4-5692-4802-B89D-AA2A1C8BF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7C2BA24-6E71-5F4B-18EB-31BDDC90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C2E689-651E-8F46-F46F-68A62A95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B4019-E5F8-8584-325C-94A9CB1F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C6DC9-D5A2-D8D7-1916-1BEB7B748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D9DAFA-0469-6B1E-0309-59C09ED79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1F9622-3411-B706-014F-319DA6DC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09B3D0-7E0F-9FE7-D49D-F14CF7E8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843187-85CB-0D90-1A6F-3A057B40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40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39C15-0C6F-75C6-01FA-90343305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F0FFE9-FB93-4146-CD7B-0E06FE766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B47796-70B7-5A1E-35DB-DC31B95A1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275AB1-4176-B6D6-F10A-C1E8A4BB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451C8E-A336-81CC-255B-8A41DB5B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5C7C4-8183-AD3E-AB81-B770B7C1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07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E9C48-312D-1D5A-60B2-7BDA39FF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D23192-8709-6F5B-1606-17604739A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A4018-D742-5090-EDD9-FE80D715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07609-F27E-0B67-82C0-39D1DD67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320DFD-73C0-C525-A7C9-D69760C4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87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C09270-1E29-CCB4-FE5C-A0E3BD1EB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BF60A5-EB46-EA54-C92D-1454A0F30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F6DA4B-D9EF-F9F5-5FB8-CBAF2C9A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94D693-AD44-378B-8CFD-4C9881CD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0F09C-E70C-A54A-4E8B-F198CB90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2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AC3A34-D381-E8E8-4CDC-02D45F201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39BD3E-B000-844C-ED60-68229CE33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649E42-AD2A-BA4C-D985-EE7323D0A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0119C-D353-493B-BFEC-4985FC389F4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052A2A-8C72-F01D-4500-ED8057742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F27F37-ACAF-D6DE-2685-FBDDCA086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67BC2-DA42-4C57-89FC-3C58CFD2D7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9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5B7991C-0B22-8A93-4516-5EEB7ABA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92"/>
            <a:ext cx="5772150" cy="14667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6B54B4-A982-F6D9-67CF-25313170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0828"/>
            <a:ext cx="5772150" cy="21291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B7BBFC2-598D-EF51-D606-2EB725CCA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88464"/>
            <a:ext cx="5772150" cy="23315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094E00-603F-E052-4D29-F5C961E4C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55892"/>
            <a:ext cx="5772150" cy="232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62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DB97-CA37-61F8-FAEF-A519174D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8C60C3-97E3-3162-4AD9-7AB3D14DD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05425" cy="22877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1C8927-F9F2-F472-9B73-589DE7FAF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1" y="3328522"/>
            <a:ext cx="5306776" cy="172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8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C039E-C5C7-EB85-D919-00EE7049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8D332D7-5E06-837F-04AD-82B60DB89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78306" cy="17844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B3F283-052D-C9E1-32E9-3014FB433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5847"/>
            <a:ext cx="5372389" cy="16265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E33E7A-887C-78B3-5530-771562750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84701"/>
            <a:ext cx="5372389" cy="17566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8D6B2F-BDC3-EA51-0F64-B2BD595E4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073" y="0"/>
            <a:ext cx="5349902" cy="17844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3132616-971F-B387-54F1-0D1FE7106A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207" y="2038854"/>
            <a:ext cx="5439768" cy="178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7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14C2A9-1F72-D350-DDF2-3F5BC7CA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60241"/>
            <a:ext cx="4886325" cy="12763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7A7FEE-5F6F-0D50-E344-46D996FC3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5690"/>
            <a:ext cx="4991100" cy="16593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6E3665-BC5B-83F5-63B8-10D7671A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4991100" cy="16582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0A4CDB8-102C-1952-4100-74C2687BC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948" y="0"/>
            <a:ext cx="5600702" cy="15358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142CECF-55DD-657F-D5FF-C2FB779064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948" y="1605141"/>
            <a:ext cx="5600702" cy="150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25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선중 김</dc:creator>
  <cp:lastModifiedBy>선중 김</cp:lastModifiedBy>
  <cp:revision>3</cp:revision>
  <dcterms:created xsi:type="dcterms:W3CDTF">2026-04-15T05:31:01Z</dcterms:created>
  <dcterms:modified xsi:type="dcterms:W3CDTF">2026-04-17T00:58:45Z</dcterms:modified>
</cp:coreProperties>
</file>