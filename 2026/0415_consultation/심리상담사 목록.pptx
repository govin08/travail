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200" d="100"/>
          <a:sy n="200" d="100"/>
        </p:scale>
        <p:origin x="144" y="-27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99B4B2-90F3-12DB-1DC5-CA95D463A5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B0EF47-1811-A955-856B-9D9E74E4E7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7E106A6-5F21-307E-E093-BCBCB4593F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70119C-D353-493B-BFEC-4985FC389F40}" type="datetimeFigureOut">
              <a:rPr lang="ko-KR" altLang="en-US" smtClean="0"/>
              <a:t>2026-04-15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D058963-0049-95C8-6E96-D79C3940B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71CC7FB-1C22-E71E-7827-D503D8E86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67BC2-DA42-4C57-89FC-3C58CFD2D7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14423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8BA0BA-A3F5-7A3C-8148-4DB815162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1E1CDB7-B360-A555-CE02-59F48A7FCF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BB0A46-84AA-9E39-25BD-72D157ECE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70119C-D353-493B-BFEC-4985FC389F40}" type="datetimeFigureOut">
              <a:rPr lang="ko-KR" altLang="en-US" smtClean="0"/>
              <a:t>2026-04-15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65E619D-E2CE-7B9A-15AE-F1043C2B3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D1238F2-9C26-008D-E15E-54FAEA1441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67BC2-DA42-4C57-89FC-3C58CFD2D7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437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4C1008-15B3-DB40-618C-CBE84F829E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609CFB5-E18C-FBD3-D448-54637FBEEF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8F054B-39BE-9EA1-ED3C-CEE946F7C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70119C-D353-493B-BFEC-4985FC389F40}" type="datetimeFigureOut">
              <a:rPr lang="ko-KR" altLang="en-US" smtClean="0"/>
              <a:t>2026-04-15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9269A0-8C85-EA6D-6E35-8EF5FF745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8E43B6D-3ADA-FF6B-7FBD-73FCBF780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67BC2-DA42-4C57-89FC-3C58CFD2D7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8296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034519-BC3B-ECBC-E187-589EBF220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1FC305E-A765-E8ED-2BFF-E3D90BEE08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2F5EA6C-AEEC-8EBE-E1F6-B8E587A915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CC08618-8E2B-C518-D626-ABE2A1CFD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70119C-D353-493B-BFEC-4985FC389F40}" type="datetimeFigureOut">
              <a:rPr lang="ko-KR" altLang="en-US" smtClean="0"/>
              <a:t>2026-04-15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7C9524A-6066-7794-AA59-6CECF1760C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06143F7-946A-F44F-4723-71CFBEA92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67BC2-DA42-4C57-89FC-3C58CFD2D7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63003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2F5E84-CF24-BE2B-D9AD-A7126DC02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5550EBC-F921-4AD1-32F3-0DA0A71410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FAA8BF2-33A5-3A1C-80D3-1BE33146A7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3FA11A8-4661-E287-E4F7-688A0FB61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E826EF2-1AD3-7B27-9D20-21370BDA78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1D1F6C1-2E72-3D49-068C-BD92A1B25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70119C-D353-493B-BFEC-4985FC389F40}" type="datetimeFigureOut">
              <a:rPr lang="ko-KR" altLang="en-US" smtClean="0"/>
              <a:t>2026-04-15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96A0204-9296-8E24-0DD0-EAC68F2A4A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4AED9AC-D99B-18ED-4811-FB4BF3DBB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67BC2-DA42-4C57-89FC-3C58CFD2D7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98411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3618DA-DD21-257B-5789-78F5E07EF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9F628DC-11AB-EEA9-E8BB-EADBB75C4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70119C-D353-493B-BFEC-4985FC389F40}" type="datetimeFigureOut">
              <a:rPr lang="ko-KR" altLang="en-US" smtClean="0"/>
              <a:t>2026-04-15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C33156E-7156-395E-5E15-C6EBF5D61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D7B18E0-4425-FE95-AA5F-61EEBFB88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67BC2-DA42-4C57-89FC-3C58CFD2D7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74010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E1D1DE4-5692-4802-B89D-AA2A1C8BF0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70119C-D353-493B-BFEC-4985FC389F40}" type="datetimeFigureOut">
              <a:rPr lang="ko-KR" altLang="en-US" smtClean="0"/>
              <a:t>2026-04-15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7C2BA24-6E71-5F4B-18EB-31BDDC90D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C2E689-651E-8F46-F46F-68A62A95D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67BC2-DA42-4C57-89FC-3C58CFD2D7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5248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EB4019-E5F8-8584-325C-94A9CB1F6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2C6DC9-D5A2-D8D7-1916-1BEB7B748F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9D9DAFA-0469-6B1E-0309-59C09ED790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B1F9622-3411-B706-014F-319DA6DC19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70119C-D353-493B-BFEC-4985FC389F40}" type="datetimeFigureOut">
              <a:rPr lang="ko-KR" altLang="en-US" smtClean="0"/>
              <a:t>2026-04-15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209B3D0-7E0F-9FE7-D49D-F14CF7E88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D843187-85CB-0D90-1A6F-3A057B401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67BC2-DA42-4C57-89FC-3C58CFD2D7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6409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A39C15-0C6F-75C6-01FA-90343305F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6F0FFE9-FB93-4146-CD7B-0E06FE766D1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3B47796-70B7-5A1E-35DB-DC31B95A1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6275AB1-4176-B6D6-F10A-C1E8A4BBC6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70119C-D353-493B-BFEC-4985FC389F40}" type="datetimeFigureOut">
              <a:rPr lang="ko-KR" altLang="en-US" smtClean="0"/>
              <a:t>2026-04-15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B451C8E-A336-81CC-255B-8A41DB5B7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0A5C7C4-8183-AD3E-AB81-B770B7C19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67BC2-DA42-4C57-89FC-3C58CFD2D7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80739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FE9C48-312D-1D5A-60B2-7BDA39FF2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6D23192-8709-6F5B-1606-17604739A2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6A4018-D742-5090-EDD9-FE80D7157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70119C-D353-493B-BFEC-4985FC389F40}" type="datetimeFigureOut">
              <a:rPr lang="ko-KR" altLang="en-US" smtClean="0"/>
              <a:t>2026-04-15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A907609-F27E-0B67-82C0-39D1DD670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6320DFD-73C0-C525-A7C9-D69760C44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67BC2-DA42-4C57-89FC-3C58CFD2D7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7872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71C09270-1E29-CCB4-FE5C-A0E3BD1EB3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5BF60A5-EB46-EA54-C92D-1454A0F30A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F6DA4B-D9EF-F9F5-5FB8-CBAF2C9A2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70119C-D353-493B-BFEC-4985FC389F40}" type="datetimeFigureOut">
              <a:rPr lang="ko-KR" altLang="en-US" smtClean="0"/>
              <a:t>2026-04-15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594D693-AD44-378B-8CFD-4C9881CD3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00F09C-E70C-A54A-4E8B-F198CB906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67BC2-DA42-4C57-89FC-3C58CFD2D7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52245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0AC3A34-D381-E8E8-4CDC-02D45F201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339BD3E-B000-844C-ED60-68229CE333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8649E42-AD2A-BA4C-D985-EE7323D0AA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70119C-D353-493B-BFEC-4985FC389F40}" type="datetimeFigureOut">
              <a:rPr lang="ko-KR" altLang="en-US" smtClean="0"/>
              <a:t>2026-04-15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4052A2A-8C72-F01D-4500-ED80577423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7F27F37-ACAF-D6DE-2685-FBDDCA0862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B67BC2-DA42-4C57-89FC-3C58CFD2D7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31993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15B7991C-0B22-8A93-4516-5EEB7ABA2E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5892"/>
            <a:ext cx="5772150" cy="146678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AF6B54B4-A982-F6D9-67CF-2531317070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80828"/>
            <a:ext cx="5772150" cy="212919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B7BBFC2-598D-EF51-D606-2EB725CCA9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188464"/>
            <a:ext cx="5772150" cy="233157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07094E00-603F-E052-4D29-F5C961E4CA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155892"/>
            <a:ext cx="5772150" cy="2321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78621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5DB97-CA37-61F8-FAEF-A519174DC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48C60C3-97E3-3162-4AD9-7AB3D14DDC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305425" cy="2287789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71C8927-F9F2-F472-9B73-589DE7FAF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51" y="3328522"/>
            <a:ext cx="5306776" cy="1729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2986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2C039E-C5C7-EB85-D919-00EE70495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68D332D7-5E06-837F-04AD-82B60DB89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378306" cy="178447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A4B3F283-052D-C9E1-32E9-3014FB433C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35847"/>
            <a:ext cx="5372389" cy="162650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8E33E7A-887C-78B3-5530-7715627503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084701"/>
            <a:ext cx="5372389" cy="175663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08D6B2F-BDC3-EA51-0F64-B2BD595E49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2073" y="0"/>
            <a:ext cx="5349902" cy="1784474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3132616-971F-B387-54F1-0D1FE7106A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2207" y="2038854"/>
            <a:ext cx="5439768" cy="1784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37766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0</Words>
  <Application>Microsoft Office PowerPoint</Application>
  <PresentationFormat>와이드스크린</PresentationFormat>
  <Paragraphs>0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선중 김</dc:creator>
  <cp:lastModifiedBy>선중 김</cp:lastModifiedBy>
  <cp:revision>1</cp:revision>
  <dcterms:created xsi:type="dcterms:W3CDTF">2026-04-15T05:31:01Z</dcterms:created>
  <dcterms:modified xsi:type="dcterms:W3CDTF">2026-04-15T05:52:27Z</dcterms:modified>
</cp:coreProperties>
</file>